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Unstuck gets Decider 2B out of a decision loop. Decider 2B makes tool decisions, but a new call can repeat a decision already proven useless. Unstuck turns that verified dead end into a Decision Receipt. Run 1 pays the learning cost once. Run 2 uses the receipt before selection. The memoryless control stays stuck. No larger model takes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problem. A synthetic report returns zero rows. Decider 2B is offered four read-only diagnostics and picks inspect_pipeline. The read returns real data, the partition arrived, and it settles nothing, because this incident turns on how the two sides of a join spell their keys. Each call may spend one diagnostic read, so the call ends unresolved. Ask again on a new call without receipts and it picks the same tool again. Three memoryless calls, three of three unresolved, zero of three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1 pays the learning cost once. Empty history, four diagnostics offered, one Decider choice: inspect_pipeline. One inference, 21.6 s client time, one read, unresolved. The deterministic verifier stores a disposition_unchanged Decision Receipt. Run 1 is not saved. The model is unchanged. The system records a verified fact. Source: curated loop-escape proof, Run 1 learning observation.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2 is a new call about the same incident, and the receipt matches exactly. Before the first Decider request and before any read, the controller precludes only inspect_pipeline. The three remaining diagnostics retain their original order. The same Decider 2B makes one fresh choice, inspect_schema_keys. One inference, one read, a verified repair, completed in 26.6 s client time. No second Decider call. The receipt chooses nothing. The verifier owns truth. Source: curated loop-escape proof, optimized Run 2 observation.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Run 2 improvement. The old Run 2 is the superseded post-choice flow, a separate earlier run on the same endpoint, not the memoryless control. Old Run 2: 54.8 s client time and 2 inferences. Optimized Run 2: 26.6 s and 1 inference. Observed Run 2 client latency fell 28.2 s, or 51.4%, with one fewer inference. n = 1, same synthetic case, each proof once. No dollar savings measured. No rate, significance or guaranteed benefit. Source: curated loop-escape proof, AgentCore client time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execution path is private. The controller runs on Amazon Bedrock AgentCore Runtime and executes every read. Decider 2B serves from a private Amazon SageMaker endpoint with network isolation and no outbound route. Model calls are signed. The deterministic verifier decides what the read found, writes the receipt, and authorizes the repair. Amazon Bedrock Nova Lite narrates only after the result is complete, holds no authority, and was refused on Run 1 because nothing was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reusable pattern matches current context against the verifier's receipt, precludes only the proven exact execution before selection, preserves the remaining offer in original order, and lets Decider choose. Deterministic code verifies the result. In the observed Run 2 there is one inference, no second Decider call, and no second model selector. The recipe uses the standard library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failed decision becomes a boundary. Exact negative authority can withhold one proven execution under one identical context. It cannot select the next tool. Decider still chooses. The verifier owns truth and authorizes repair from evidence. This is a reusable pattern. The model is unchanged. One synthetic case, each proof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CFBF7"/>
        </a:solidFill>
      </p:bgPr>
    </p:bg>
    <p:spTree>
      <p:nvGrpSpPr>
        <p:cNvPr id="1" name=""/>
        <p:cNvGrpSpPr/>
        <p:nvPr/>
      </p:nvGrpSpPr>
      <p:grpSpPr>
        <a:xfrm>
          <a:off x="0" y="0"/>
          <a:ext cx="0" cy="0"/>
          <a:chOff x="0" y="0"/>
          <a:chExt cx="0" cy="0"/>
        </a:xfrm>
      </p:grpSpPr>
      <p:pic>
        <p:nvPicPr>
          <p:cNvPr id="2" name="Image 0" descr="Unstuck gets Decider 2B out of a decision loop. Run 1 pays once. Run 2 uses the receipt before selection. The same Decider chooses a new path, without a larger model taking over. One synthetic case, n = 1.">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BF7"/>
        </a:solidFill>
      </p:bgPr>
    </p:bg>
    <p:spTree>
      <p:nvGrpSpPr>
        <p:cNvPr id="1" name=""/>
        <p:cNvGrpSpPr/>
        <p:nvPr/>
      </p:nvGrpSpPr>
      <p:grpSpPr>
        <a:xfrm>
          <a:off x="0" y="0"/>
          <a:ext cx="0" cy="0"/>
          <a:chOff x="0" y="0"/>
          <a:chExt cx="0" cy="0"/>
        </a:xfrm>
      </p:grpSpPr>
      <p:pic>
        <p:nvPicPr>
          <p:cNvPr id="2" name="Image 0" descr="A new call can repeat a decision already proven useless. A ledger of three memoryless control calls shows each Decider D1 choosing inspect_pipeline, spending 1 of 1 read, and ending unresolved, beside the figure 3 of 3 unresolved and 0 of 3 completed.">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BF7"/>
        </a:solidFill>
      </p:bgPr>
    </p:bg>
    <p:spTree>
      <p:nvGrpSpPr>
        <p:cNvPr id="1" name=""/>
        <p:cNvGrpSpPr/>
        <p:nvPr/>
      </p:nvGrpSpPr>
      <p:grpSpPr>
        <a:xfrm>
          <a:off x="0" y="0"/>
          <a:ext cx="0" cy="0"/>
          <a:chOff x="0" y="0"/>
          <a:chExt cx="0" cy="0"/>
        </a:xfrm>
      </p:grpSpPr>
      <p:pic>
        <p:nvPicPr>
          <p:cNvPr id="2" name="Image 0" descr="Run 1 pays the learning cost once. Empty history, inspect_pipeline, 1 inference, 21.6 s client time, 1 read, unresolved. A stamped Decision Receipt records disposition_unchanged, stored by the deterministic verifier. Run 1 is not saved. The model is unchanged.">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BF7"/>
        </a:solidFill>
      </p:bgPr>
    </p:bg>
    <p:spTree>
      <p:nvGrpSpPr>
        <p:cNvPr id="1" name=""/>
        <p:cNvGrpSpPr/>
        <p:nvPr/>
      </p:nvGrpSpPr>
      <p:grpSpPr>
        <a:xfrm>
          <a:off x="0" y="0"/>
          <a:ext cx="0" cy="0"/>
          <a:chOff x="0" y="0"/>
          <a:chExt cx="0" cy="0"/>
        </a:xfrm>
      </p:grpSpPr>
      <p:pic>
        <p:nvPicPr>
          <p:cNvPr id="2" name="Image 0" descr="Run 2 uses the receipt before selection. On an exact match the controller precludes only inspect_pipeline before the first Decider request and before any read. Three diagnostics remain in original order. Decider makes one fresh choice, inspect_schema_keys, spends one read and completes in 26.6 s client time. One inference. No second Decider call. The verifier owns truth.">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BF7"/>
        </a:solidFill>
      </p:bgPr>
    </p:bg>
    <p:spTree>
      <p:nvGrpSpPr>
        <p:cNvPr id="1" name=""/>
        <p:cNvGrpSpPr/>
        <p:nvPr/>
      </p:nvGrpSpPr>
      <p:grpSpPr>
        <a:xfrm>
          <a:off x="0" y="0"/>
          <a:ext cx="0" cy="0"/>
          <a:chOff x="0" y="0"/>
          <a:chExt cx="0" cy="0"/>
        </a:xfrm>
      </p:grpSpPr>
      <p:pic>
        <p:nvPicPr>
          <p:cNvPr id="2" name="Image 0" descr="Measured Run 2 improvement. Old Run 2, superseded post-choice: 54.8 s client time and 2 inferences. Optimized Run 2, pre-selection: 26.6 s and 1 inference. Observed Run 2 client latency fell 28.2 s, or 51.4%. n = 1, same synthetic case, each proof once. Old Run 2 is not the control. No dollar savings measured.">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BF7"/>
        </a:solidFill>
      </p:bgPr>
    </p:bg>
    <p:spTree>
      <p:nvGrpSpPr>
        <p:cNvPr id="1" name=""/>
        <p:cNvGrpSpPr/>
        <p:nvPr/>
      </p:nvGrpSpPr>
      <p:grpSpPr>
        <a:xfrm>
          <a:off x="0" y="0"/>
          <a:ext cx="0" cy="0"/>
          <a:chOff x="0" y="0"/>
          <a:chExt cx="0" cy="0"/>
        </a:xfrm>
      </p:grpSpPr>
      <p:pic>
        <p:nvPicPr>
          <p:cNvPr id="2" name="Image 0" descr="The private AWS execution path. Left to right: the controller on Amazon Bedrock AgentCore Runtime, Decider 2B on a private Amazon SageMaker endpoint with outbound nothing, the deterministic verifier and repair, and Amazon Bedrock Nova Lite narration after completion only. A rule marks the private execution boundary and signed model call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BF7"/>
        </a:solidFill>
      </p:bgPr>
    </p:bg>
    <p:spTree>
      <p:nvGrpSpPr>
        <p:cNvPr id="1" name=""/>
        <p:cNvGrpSpPr/>
        <p:nvPr/>
      </p:nvGrpSpPr>
      <p:grpSpPr>
        <a:xfrm>
          <a:off x="0" y="0"/>
          <a:ext cx="0" cy="0"/>
          <a:chOff x="0" y="0"/>
          <a:chExt cx="0" cy="0"/>
        </a:xfrm>
      </p:grpSpPr>
      <p:pic>
        <p:nvPicPr>
          <p:cNvPr id="2" name="Image 0" descr="The reusable pattern. Match current context, preclude only the proven exact execution before selection, preserve the original order of the remaining offer, let Decider choose, and verify the outcome. No second model selector. Observed Run 2 uses one inference and one read, with no second Decider call.">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BF7"/>
        </a:solidFill>
      </p:bgPr>
    </p:bg>
    <p:spTree>
      <p:nvGrpSpPr>
        <p:cNvPr id="1" name=""/>
        <p:cNvGrpSpPr/>
        <p:nvPr/>
      </p:nvGrpSpPr>
      <p:grpSpPr>
        <a:xfrm>
          <a:off x="0" y="0"/>
          <a:ext cx="0" cy="0"/>
          <a:chOff x="0" y="0"/>
          <a:chExt cx="0" cy="0"/>
        </a:xfrm>
      </p:grpSpPr>
      <p:pic>
        <p:nvPicPr>
          <p:cNvPr id="2" name="Image 0" descr="One failed decision becomes a boundary. Exact negative authority withholds one proven execution under one identical context. Decider still chooses the next tool. The verifier owns truth. A reusable pattern, with the choice still Decider's. One synthetic case, each proof once. The model is unchanged.">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Unstuck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Unstuck gets Decider 2B out of a decision loop</dc:title>
  <dc:subject>Run 1 pays once. Run 2 uses the receipt before selection.</dc:subject>
  <dc:creator>PptxGenJS</dc:creator>
  <cp:lastModifiedBy>PptxGenJS</cp:lastModifiedBy>
  <cp:revision>1</cp:revision>
</cp:coreProperties>
</file>